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B7F9E">
              <a:alpha val="18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4EC5E0">
              <a:alpha val="15000"/>
            </a:srgbClr>
          </a:solidFill>
          <a:ln w="12700">
            <a:solidFill>
              <a:srgbClr val="4EC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B7F9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 PROJECT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EC5E0"/>
                </a:solidFill>
              </a:rPr>
              <a:t>Fetching · Cleaning · Visualizing Live Data for 10 Indian Cities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5E0"/>
                </a:solidFill>
              </a:rPr>
              <a:t>OpenWeatherMap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36576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3657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5E0"/>
                </a:solidFill>
              </a:rPr>
              <a:t>Pandas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36576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3657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5E0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36576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3657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5E0"/>
                </a:solidFill>
              </a:rPr>
              <a:t>Seaborn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33488" y="36576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33488" y="3657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5E0"/>
                </a:solidFill>
              </a:rPr>
              <a:t>Python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B7F9E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736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Analysis | Python + Jupyter Notebook | OpenWeatherMap Free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73736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F"/>
                </a:solidFill>
              </a:rPr>
              <a:t>🎯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38988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EA6"/>
                </a:solidFill>
              </a:rPr>
              <a:t>Fetch real-time weather data for 10 major Indian cities using OpenWeatherMap API and perform full data analysis with visualizations.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7373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F"/>
                </a:solidFill>
              </a:rPr>
              <a:t>🛠️ Tools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38988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EA6"/>
                </a:solidFill>
              </a:rPr>
              <a:t>Python · Pandas · Matplotlib · Seaborn · Requests library · Jupyter Notebook · OpenWeatherMap Free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64008" cy="173736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F"/>
                </a:solidFill>
              </a:rPr>
              <a:t>📊 Data 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33558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EA6"/>
                </a:solidFill>
              </a:rPr>
              <a:t>15+ weather variables per city including temperature, humidity, wind speed, pressure, visibility, and cloudiness.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64008" cy="17373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F"/>
                </a:solidFill>
              </a:rPr>
              <a:t>💡 Key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3558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EA6"/>
                </a:solidFill>
              </a:rPr>
              <a:t>9 visualizations + statistical insights + feature engineering (Heat Index, Comfort Level categories).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Cities Studied &amp; API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Bengaluru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93392" y="868680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93392" y="868680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960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Mumbai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2464" y="868680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2464" y="868680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960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Delhi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31536" y="868680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31536" y="868680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5" name="Text 13"/>
          <p:cNvSpPr/>
          <p:nvPr/>
        </p:nvSpPr>
        <p:spPr>
          <a:xfrm>
            <a:off x="5431536" y="960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Chennai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50608" y="868680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0608" y="868680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8" name="Text 16"/>
          <p:cNvSpPr/>
          <p:nvPr/>
        </p:nvSpPr>
        <p:spPr>
          <a:xfrm>
            <a:off x="7150608" y="960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Kolkata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618488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1709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Hyderabad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93392" y="1618488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93392" y="1618488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24" name="Text 22"/>
          <p:cNvSpPr/>
          <p:nvPr/>
        </p:nvSpPr>
        <p:spPr>
          <a:xfrm>
            <a:off x="1993392" y="1709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Pune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12464" y="1618488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12464" y="1618488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27" name="Text 25"/>
          <p:cNvSpPr/>
          <p:nvPr/>
        </p:nvSpPr>
        <p:spPr>
          <a:xfrm>
            <a:off x="3712464" y="1709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Ahmedabad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31536" y="1618488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1618488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1709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Jaipur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50608" y="1618488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0608" y="1618488"/>
            <a:ext cx="1600200" cy="640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1709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3F"/>
                </a:solidFill>
              </a:rPr>
              <a:t>Lucknow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468880"/>
            <a:ext cx="85953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API Pipeline Steps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1480" y="2926080"/>
            <a:ext cx="274320" cy="274320"/>
          </a:xfrm>
          <a:prstGeom prst="ellipse">
            <a:avLst/>
          </a:prstGeom>
          <a:solidFill>
            <a:srgbClr val="1B7F9E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29260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F"/>
                </a:solidFill>
              </a:rPr>
              <a:t>Sign up at openweathermap.org → get free API key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310128"/>
            <a:ext cx="274320" cy="274320"/>
          </a:xfrm>
          <a:prstGeom prst="ellipse">
            <a:avLst/>
          </a:prstGeom>
          <a:solidFill>
            <a:srgbClr val="1B7F9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" y="33101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F"/>
                </a:solidFill>
              </a:rPr>
              <a:t>Send GET request with city name + API key + units=metric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3694176"/>
            <a:ext cx="274320" cy="274320"/>
          </a:xfrm>
          <a:prstGeom prst="ellipse">
            <a:avLst/>
          </a:prstGeom>
          <a:solidFill>
            <a:srgbClr val="1B7F9E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36941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F"/>
                </a:solidFill>
              </a:rPr>
              <a:t>Parse JSON response → extract 15+ weather fields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4078224"/>
            <a:ext cx="274320" cy="274320"/>
          </a:xfrm>
          <a:prstGeom prst="ellipse">
            <a:avLst/>
          </a:prstGeom>
          <a:solidFill>
            <a:srgbClr val="1B7F9E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7240" y="407822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F"/>
                </a:solidFill>
              </a:rPr>
              <a:t>Loop over 10 cities → append each record to list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4462272"/>
            <a:ext cx="274320" cy="274320"/>
          </a:xfrm>
          <a:prstGeom prst="ellipse">
            <a:avLst/>
          </a:prstGeom>
          <a:solidFill>
            <a:srgbClr val="1B7F9E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7240" y="44622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F"/>
                </a:solidFill>
              </a:rPr>
              <a:t>Convert list to Pandas DataFrame → clean &amp; analyze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Structure &amp; Feature Engineering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406908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51206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air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Like (°C)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Perceived temperature based on wind + 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 (m/s)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 in metres per second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(hPa)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Atmospheric pressure at sea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(km)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visibility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Cloudiness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cover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Index*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— combines temp + 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 Level*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— Cool / Comfortable / Warm / Hot &amp; Humid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73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A6"/>
                </a:solidFill>
              </a:rPr>
              <a:t>* New features engineered during data cleaning phase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9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Statistical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2286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EC5E0"/>
                </a:solidFill>
              </a:rPr>
              <a:t>10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Cities Analyzed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Across India — North, South, East, West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88920" cy="2286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14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EC5E0"/>
                </a:solidFill>
              </a:rPr>
              <a:t>15+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46120" y="2194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Variables Captured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Per city, in real-time via API 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788920" cy="2286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914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EC5E0"/>
                </a:solidFill>
              </a:rPr>
              <a:t>9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Bar, scatter, heatmap, pie, range plots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062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337560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🌡️ Avg temperature across all cities at time of fetch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42062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3337560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💧 Avg humidity measured simultaneously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95928"/>
            <a:ext cx="42062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995928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💨 Wind speeds recorded live via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995928"/>
            <a:ext cx="42062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995928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🔗 Strong correlation between temp &amp; heat index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Visualizations Created —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2834640" cy="2926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Temperature Bar Chart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13385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Ranked bar chart showing current temperature across all 10 cities with average reference line.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27832" y="804672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04672"/>
            <a:ext cx="2834640" cy="2926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Feels Like Comparison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9272" y="113385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Grouped bars comparing actual vs perceived temperature — shows humidity impact on comfort.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804672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804672"/>
            <a:ext cx="2834640" cy="2926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Humidity Horizontal Bars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91072" y="113385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Sorted horizontal bar chart with 60% comfort threshold line — highlights high-humidity cities.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194560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194560"/>
            <a:ext cx="2834640" cy="2926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Temp vs Humidity Scatter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25237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Scatter plot color-coded by Comfort Level (Cool / Comfortable / Warm / Hot &amp; Humid).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2194560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194560"/>
            <a:ext cx="2834640" cy="2926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Wind Speed Chart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5237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Bar chart ranking cities by wind speed — useful for identifying breezy vs still conditions.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99632" y="2194560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2194560"/>
            <a:ext cx="2834640" cy="2926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Correlation Heatmap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072" y="25237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Lower-triangle heatmap showing relationships between 7 weather variables.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584448"/>
            <a:ext cx="2834640" cy="2926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621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  Temperature Range Plot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39136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Custom range chart showing min, actual, and max temp per city as dot-and-bar.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27832" y="3584448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27832" y="3584448"/>
            <a:ext cx="2834640" cy="2926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3621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  Distribution Pie + Bar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9272" y="39136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Dual chart — weather condition share (pie) and comfort level distribution (bar).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9632" y="3584448"/>
            <a:ext cx="283464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9632" y="3584448"/>
            <a:ext cx="2834640" cy="292608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3621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  Pressure &amp; Visibility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91072" y="39136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3F"/>
                </a:solidFill>
              </a:rPr>
              <a:t>Side-by-side line and bar chart for atmospheric pressure and visibility conditions.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&amp;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9144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96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🌡️ Temperature Spread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Significant variation across cities — northern cities (Delhi, Jaipur, Lucknow) tend to have wider daily temperature ranges than coastal cities (Mumbai, Chennai).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47088"/>
            <a:ext cx="54864" cy="9144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920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💧 Humidity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2128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Coastal cities consistently report higher humidity (&gt;70%) making them feel hotter than inland cities even at the same temperature.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71216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71216"/>
            <a:ext cx="54864" cy="9144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944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💨 Wind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2369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Cities with higher wind speeds show a larger gap between actual and feels-like temperature — wind chill or cooling effect is measurable.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95344"/>
            <a:ext cx="54864" cy="9144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968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🔗 Strong Correlation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2611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A6"/>
                </a:solidFill>
              </a:rPr>
              <a:t>Temperature and Heat Index are highly correlated (r ≈ 0.97). Pressure shows mild negative correlation with temperature.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822960"/>
            <a:ext cx="2926080" cy="4096512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5E0"/>
                </a:solidFill>
              </a:rPr>
              <a:t>Skills Demonstrated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13716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API integration (Requests)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17556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JSON parsing &amp; data extraction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35040" y="21396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DataFrame construction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25237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Missing value &amp; outlier checks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35040" y="29077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Feature engineering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2918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Statistical 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35040" y="3675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9+ diverse visualizations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40599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Data storytelling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35040" y="44439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End-to-end pipeline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B7F9E">
              <a:alpha val="12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EC5E0">
              <a:alpha val="10000"/>
            </a:srgbClr>
          </a:solidFill>
          <a:ln w="12700">
            <a:solidFill>
              <a:srgbClr val="4EC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EC5E0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From API to Insight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in Minutes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EA6"/>
                </a:solidFill>
              </a:rPr>
              <a:t>This project demonstrates a complete real-time data pipeline — fetching live weather data via API, storing it in a structured DataFrame, cleaning and engineering features, and generating 9 meaningful visualizations. The analysis reveals clear patterns in temperature variation, humidity-comfort relationships, and atmospheric correlations across Indian cities.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26517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🔌  APIs = live, relevant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3703320"/>
            <a:ext cx="26517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🧹  Clean data = reliable insights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3703320"/>
            <a:ext cx="26517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📊  Visuals communicate faster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A6"/>
                </a:solidFill>
              </a:rPr>
              <a:t>Mini Project 3 · Real-Time API Data Analysis · Python + OpenWeatherMap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3: Real-Time Weather API Analysis</dc:title>
  <dc:subject>PptxGenJS Presentation</dc:subject>
  <dc:creator>PptxGenJS</dc:creator>
  <cp:lastModifiedBy>PptxGenJS</cp:lastModifiedBy>
  <cp:revision>1</cp:revision>
  <dcterms:created xsi:type="dcterms:W3CDTF">2026-04-18T11:22:36Z</dcterms:created>
  <dcterms:modified xsi:type="dcterms:W3CDTF">2026-04-18T11:22:36Z</dcterms:modified>
</cp:coreProperties>
</file>